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3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1665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531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9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3507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0567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99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GB"/>
              <a:t>Click to edit Master text styles</a:t>
            </a:r>
          </a:p>
          <a:p>
            <a:pPr marL="228600" lvl="1" indent="-228600"/>
            <a:r>
              <a:rPr lang="en-GB"/>
              <a:t>Second level</a:t>
            </a:r>
          </a:p>
          <a:p>
            <a:pPr marL="228600" lvl="2" indent="-228600"/>
            <a:r>
              <a:rPr lang="en-GB"/>
              <a:t>Third level</a:t>
            </a:r>
          </a:p>
          <a:p>
            <a:pPr marL="228600" lvl="3" indent="-228600"/>
            <a:r>
              <a:rPr lang="en-GB"/>
              <a:t>Fourth level</a:t>
            </a:r>
          </a:p>
          <a:p>
            <a:pPr marL="228600" lvl="4" indent="-228600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3814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990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636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61113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42525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2318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85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4052002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53877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5156301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3219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20678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4635099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188327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524796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1527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8410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10803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69384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5346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498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26CDF03E-5CF7-47B5-AFB5-0EEADB3D7C57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A46F7169-82AB-47FB-9D56-B308A36233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82995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759" r:id="rId13"/>
    <p:sldLayoutId id="2147483760" r:id="rId14"/>
    <p:sldLayoutId id="2147483761" r:id="rId15"/>
    <p:sldLayoutId id="2147483762" r:id="rId16"/>
    <p:sldLayoutId id="2147483763" r:id="rId17"/>
    <p:sldLayoutId id="2147483764" r:id="rId18"/>
    <p:sldLayoutId id="2147483765" r:id="rId19"/>
    <p:sldLayoutId id="2147483766" r:id="rId20"/>
    <p:sldLayoutId id="2147483767" r:id="rId21"/>
    <p:sldLayoutId id="2147483768" r:id="rId22"/>
    <p:sldLayoutId id="2147483769" r:id="rId23"/>
    <p:sldLayoutId id="2147483770" r:id="rId24"/>
    <p:sldLayoutId id="2147483771" r:id="rId25"/>
    <p:sldLayoutId id="2147483772" r:id="rId26"/>
    <p:sldLayoutId id="2147483773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C378BB-4115-A4C3-9EF6-B4FF1AB85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03967"/>
            <a:ext cx="9144000" cy="496433"/>
          </a:xfrm>
        </p:spPr>
        <p:txBody>
          <a:bodyPr/>
          <a:lstStyle/>
          <a:p>
            <a:r>
              <a:rPr lang="en-GB" dirty="0"/>
              <a:t>Slide 1</a:t>
            </a:r>
          </a:p>
        </p:txBody>
      </p:sp>
    </p:spTree>
    <p:extLst>
      <p:ext uri="{BB962C8B-B14F-4D97-AF65-F5344CB8AC3E}">
        <p14:creationId xmlns:p14="http://schemas.microsoft.com/office/powerpoint/2010/main" val="1704501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55162-DFB5-3829-78AB-F2E749BC1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D127591-12F4-2D88-E010-E312AF81F0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03967"/>
            <a:ext cx="9144000" cy="496433"/>
          </a:xfrm>
        </p:spPr>
        <p:txBody>
          <a:bodyPr/>
          <a:lstStyle/>
          <a:p>
            <a:r>
              <a:rPr lang="en-GB" dirty="0"/>
              <a:t>Slide 2</a:t>
            </a:r>
          </a:p>
        </p:txBody>
      </p:sp>
    </p:spTree>
    <p:extLst>
      <p:ext uri="{BB962C8B-B14F-4D97-AF65-F5344CB8AC3E}">
        <p14:creationId xmlns:p14="http://schemas.microsoft.com/office/powerpoint/2010/main" val="1958126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2CF5-F880-B84A-E1DE-A9DDCC49A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83DF37-433C-C5B1-BC55-C3CA5DD698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03967"/>
            <a:ext cx="9144000" cy="496433"/>
          </a:xfrm>
        </p:spPr>
        <p:txBody>
          <a:bodyPr/>
          <a:lstStyle/>
          <a:p>
            <a:r>
              <a:rPr lang="en-GB" dirty="0"/>
              <a:t>Slide 3</a:t>
            </a:r>
          </a:p>
        </p:txBody>
      </p:sp>
    </p:spTree>
    <p:extLst>
      <p:ext uri="{BB962C8B-B14F-4D97-AF65-F5344CB8AC3E}">
        <p14:creationId xmlns:p14="http://schemas.microsoft.com/office/powerpoint/2010/main" val="2604904504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0</TotalTime>
  <Words>6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Neue Haas Grotesk Text Pro</vt:lpstr>
      <vt:lpstr>Film Burn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miles</dc:creator>
  <cp:lastModifiedBy>alex miles</cp:lastModifiedBy>
  <cp:revision>2</cp:revision>
  <dcterms:created xsi:type="dcterms:W3CDTF">2026-10-01T06:53:58Z</dcterms:created>
  <dcterms:modified xsi:type="dcterms:W3CDTF">2026-10-01T10:55:29Z</dcterms:modified>
</cp:coreProperties>
</file>